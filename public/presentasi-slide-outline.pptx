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SLIDE 1: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Supply Chain Dashboard BuyMe - Bulan Ini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Judul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Supply Chain Dashboard BuyMe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Subtitle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Laporan Operasional Bulan Ini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Presenter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Nama / Tim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BuyMe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B82F6"/>
                </a:solidFill>
              </a:defRPr>
            </a:pPr>
            <a:r>
              <a:t>SLIDE 2: KPI Utama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Fulfillment Rate, Stock Accuracy, Low Stock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Fulfillment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78% - Target: 90%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Stock Accuracy Rate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87% - Target: 95%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Stock Products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8 produk - Target: &lt;=5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8B5CF6"/>
                </a:solidFill>
              </a:defRPr>
            </a:pPr>
            <a:r>
              <a:t>SLIDE 3: KPI Pendukung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Order Processing Time, Sales Growth, On-time Delivery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Order Processing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18 jam - Target: &lt;24 jam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Sales Growth MoM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-16% - Perhatikan tren penurunan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On-time Delivery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78% - Target: 95%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EF4444"/>
                </a:solidFill>
              </a:defRPr>
            </a:pPr>
            <a:r>
              <a:t>SLIDE 4: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Produk Low Stock + Dampak ke Sales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Akar Masalah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Fast-moving products sering kehabisan stok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Dampak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Order cancel - customer beralih ke kompetitor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Dampak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Sales Growth turun 16% - potensi revenue hilang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Produk Paling Kritis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Retinol Serum, Niacinamide Serum, Sunscreen Gel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22C55E"/>
                </a:solidFill>
              </a:defRPr>
            </a:pPr>
            <a:r>
              <a:t>SLIDE 5: Rekomendasi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3 Langkah Actionable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1. Restock Cepat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Restock 5 produk paling kritis dalam 3 hari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2. Naikkan Safety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Minimum stock untuk fast-moving dinaikkan 2x lipat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3. Sinkronisasi Stok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Aktifkan auto-sync stok antar marketplace (Shopee, TikTok, Tokopedia)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59E0B"/>
                </a:solidFill>
              </a:defRPr>
            </a:pPr>
            <a:r>
              <a:t>SLIDE 6: Target Bulan Depan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A0ABC8"/>
                </a:solidFill>
              </a:defRPr>
            </a:pPr>
            <a:r>
              <a:t>Komitmen &amp; Next Steps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Fulfillment Rate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8600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85%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65176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926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Low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7472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&lt;=3 produk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384048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Sales Growth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0% (kembali stabil)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029200"/>
            <a:ext cx="11247120" cy="1005840"/>
          </a:xfrm>
          <a:prstGeom prst="roundRect">
            <a:avLst/>
          </a:prstGeom>
          <a:solidFill>
            <a:srgbClr val="1A233E"/>
          </a:solidFill>
          <a:ln w="12700">
            <a:solidFill>
              <a:srgbClr val="2A3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5029200"/>
            <a:ext cx="112471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30352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852160"/>
            <a:ext cx="10698480" cy="-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A0ABC8"/>
                </a:solidFill>
              </a:defRPr>
            </a:pPr>
            <a:r>
              <a:t>Review stok setiap hari via dashboard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