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CARA MENJELASKAN 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A0ABC8"/>
                </a:solidFill>
              </a:defRPr>
            </a:pPr>
            <a:r>
              <a:t>Di Depan Pak Noel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486400" cy="5943600"/>
          </a:xfrm>
          <a:prstGeom prst="roundRect">
            <a:avLst/>
          </a:prstGeom>
          <a:solidFill>
            <a:srgbClr val="1A233E"/>
          </a:solidFill>
          <a:ln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KPI: Fulfillment Rate 78%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0ABC8"/>
                </a:solidFill>
              </a:defRPr>
            </a:pPr>
            <a:r>
              <a:t>Cara menjelaskan:</a:t>
            </a:r>
            <a:br/>
            <a:br/>
            <a:r>
              <a:t>"Pak Noel, dari 25 pesanan bulan ini, 19 berhasil diproses. 6 pesanan gagal - dan mayoritas penyebabnya adalah stok kosong."</a:t>
            </a:r>
            <a:br/>
            <a:br/>
            <a:r>
              <a:t>"Target kita 90%, tapi realisasi baru 78%. Artinya masih ada 12% pesanan yang tidak terlayani."</a:t>
            </a:r>
            <a:br/>
            <a:br/>
            <a:r>
              <a:t>"Dampaknya: kita kehilangan revenue dan customer trust."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57200"/>
            <a:ext cx="5486400" cy="5943600"/>
          </a:xfrm>
          <a:prstGeom prst="roundRect">
            <a:avLst/>
          </a:prstGeom>
          <a:solidFill>
            <a:srgbClr val="1A233E"/>
          </a:solidFill>
          <a:ln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731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KPI: Low Stock 8 Produk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0ABC8"/>
                </a:solidFill>
              </a:defRPr>
            </a:pPr>
            <a:r>
              <a:t>Cara menjelaskan:</a:t>
            </a:r>
            <a:br/>
            <a:br/>
            <a:r>
              <a:t>"Ada 8 produk yang stoknya sudah di bawah batas minimum."</a:t>
            </a:r>
            <a:br/>
            <a:br/>
            <a:r>
              <a:t>"Yang paling kritis: Retinol Serum tinggal 2 botol, Sunscreen Gel tinggal 4 botol."</a:t>
            </a:r>
            <a:br/>
            <a:br/>
            <a:r>
              <a:t>"Ini penyebab utama - order masuk, stok tidak ada, otomatis cancel."</a:t>
            </a:r>
            <a:br/>
            <a:br/>
            <a:r>
              <a:t>"Kalau tidak segera di-restock, kita akan kehilangan penjualan terus."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11247120" cy="2743200"/>
          </a:xfrm>
          <a:prstGeom prst="roundRect">
            <a:avLst/>
          </a:prstGeom>
          <a:solidFill>
            <a:srgbClr val="1A233E"/>
          </a:solidFill>
          <a:ln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</a:defRPr>
            </a:pPr>
            <a:r>
              <a:t>KPI: Sales Growth -16%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0ABC8"/>
                </a:solidFill>
              </a:defRPr>
            </a:pPr>
            <a:r>
              <a:t>Cara menjelaskan:</a:t>
            </a:r>
            <a:br/>
            <a:br/>
            <a:r>
              <a:t>"Penjualan turun 16% dibanding periode sebelumnya. Tapi ini bukan karena permintaan pasar turun - ini karena stok kita habis. Jadi sebenarnya kita kehilangan penjualan yang seharusnya bisa kita dapatkan. Fokus kita bukan menaikkan permintaan, tapi memastikan stok tersedia."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11247120" cy="2743200"/>
          </a:xfrm>
          <a:prstGeom prst="roundRect">
            <a:avLst/>
          </a:prstGeom>
          <a:solidFill>
            <a:srgbClr val="1A233E"/>
          </a:solidFill>
          <a:ln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</a:defRPr>
            </a:pPr>
            <a: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A0ABC8"/>
                </a:solidFill>
              </a:defRPr>
            </a:pPr>
            <a:r>
              <a:t>Gunakan formula SEDERHANA:</a:t>
            </a:r>
            <a:br/>
            <a:r>
              <a:t>1. Keadaan saat ini (apa yang terjadi?)</a:t>
            </a:r>
            <a:br/>
            <a:r>
              <a:t>2. Dampak (kenapa ini masalah?)</a:t>
            </a:r>
            <a:br/>
            <a:r>
              <a:t>3. Target (kemana kita harus pergi?)</a:t>
            </a:r>
            <a:br/>
            <a:r>
              <a:t>4. Solusi (bagaimana cara sampai ke sana?)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