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STRUKTUR PRESENTASI 5 MENIT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A0ABC8"/>
                </a:solidFill>
              </a:defRPr>
            </a:pPr>
            <a:r>
              <a:t>Supply Chain Dashboard BuyMe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B728A"/>
                </a:solidFill>
              </a:defRPr>
            </a:pPr>
            <a:r>
              <a:t>Presentasi untuk Pak Noel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Alur Presentasi 5 Menit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164592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0:00 - 0:30  PEMBUKA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Pak Noel, saya akan menyampaikan kondisi operasional supply chain kita bulan ini secara ringkas.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164592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0:30 - 1:30  KPI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Fulfillment Rate 78% (target 90%)</a:t>
            </a:r>
            <a:br/>
            <a:r>
              <a:t>Stock Accuracy 87% (target 95%)</a:t>
            </a:r>
            <a:br/>
            <a:r>
              <a:t>Low Stock 8 produk (target &lt;=5)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5486400" cy="164592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4864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1:30 - 2:30  MASALAH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Produk fast-moving sering kehabisan stok -&gt; order cancel -&gt; Sales Growth turun 16%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26080"/>
            <a:ext cx="5486400" cy="164592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4864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2:30 - 4:00  REKOMENDASI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1. Restock 5 produk paling kritis</a:t>
            </a:r>
            <a:br/>
            <a:r>
              <a:t>2. Naikkan minimum stock produk fast-moving</a:t>
            </a:r>
            <a:br/>
            <a:r>
              <a:t>3. Aktifkan sinkronisasi stok otomatis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5486400" cy="164592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4:00 - 5:00  PENUTUP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Dengan 3 langkah ini, kita targetkan Fulfillment Rate naik ke 85% bulan depan.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Tips Presentasi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109728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Tip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Gunakan dashboard langsung (live demo) sebagai alat bantu visual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39"/>
            <a:ext cx="11247120" cy="109728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39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5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Tip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399"/>
            <a:ext cx="10698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Jangan membaca slide - jelaskan dengan bahasa sendiri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11247120" cy="109728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Tip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698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Fokus ke masalah &amp; solusi, bukan angka detail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59"/>
            <a:ext cx="11247120" cy="109728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937759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12079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Tip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Siapkan 1 kalimat utama per slide (takeaway message)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