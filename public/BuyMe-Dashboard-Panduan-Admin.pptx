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5029200"/>
            <a:ext cx="2286000" cy="22860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011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BuyMe Dashboard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Penggunaan untuk Admin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402336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Supply Chain Monitoring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BuyMe?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463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1463040"/>
            <a:ext cx="777240" cy="77724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194560" y="1371600"/>
            <a:ext cx="8961120" cy="960120"/>
          </a:xfrm>
          <a:prstGeom prst="roundRect">
            <a:avLst>
              <a:gd name="adj" fmla="val 9524"/>
            </a:avLst>
          </a:prstGeom>
          <a:solidFill>
            <a:srgbClr val="16161F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630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omnichannel untuk monitoring supply chain e-commerce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2926080"/>
            <a:ext cx="777240" cy="77724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194560" y="2834640"/>
            <a:ext cx="8961120" cy="960120"/>
          </a:xfrm>
          <a:prstGeom prst="roundRect">
            <a:avLst>
              <a:gd name="adj" fmla="val 9524"/>
            </a:avLst>
          </a:prstGeom>
          <a:solidFill>
            <a:srgbClr val="16161F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29260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Mengintegrasikan data dari Shopee, Tokopedia, TikTok Shop, dan Website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389120"/>
            <a:ext cx="777240" cy="77724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194560" y="4297680"/>
            <a:ext cx="8961120" cy="960120"/>
          </a:xfrm>
          <a:prstGeom prst="roundRect">
            <a:avLst>
              <a:gd name="adj" fmla="val 9524"/>
            </a:avLst>
          </a:prstGeom>
          <a:solidFill>
            <a:srgbClr val="16161F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43891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marketplace — fokus pada monitoring operasional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Mengakses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463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146304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103120" y="1417320"/>
            <a:ext cx="9052560" cy="777240"/>
          </a:xfrm>
          <a:prstGeom prst="roundRect">
            <a:avLst>
              <a:gd name="adj" fmla="val 9412"/>
            </a:avLst>
          </a:prstGeom>
          <a:solidFill>
            <a:srgbClr val="16161F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463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browser, masukkan URL dashboard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17320" y="2148840"/>
            <a:ext cx="36576" cy="548640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269748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103120" y="2651760"/>
            <a:ext cx="9052560" cy="777240"/>
          </a:xfrm>
          <a:prstGeom prst="roundRect">
            <a:avLst>
              <a:gd name="adj" fmla="val 9412"/>
            </a:avLst>
          </a:prstGeom>
          <a:solidFill>
            <a:srgbClr val="16161F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26974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jika diperlukan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17320" y="3383280"/>
            <a:ext cx="36576" cy="548640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393192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103120" y="3886200"/>
            <a:ext cx="9052560" cy="777240"/>
          </a:xfrm>
          <a:prstGeom prst="roundRect">
            <a:avLst>
              <a:gd name="adj" fmla="val 9412"/>
            </a:avLst>
          </a:prstGeom>
          <a:solidFill>
            <a:srgbClr val="16161F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0" y="3931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 akan ditampilkan pertama kali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417320" y="4617720"/>
            <a:ext cx="36576" cy="548640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516636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166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103120" y="5120640"/>
            <a:ext cx="9052560" cy="777240"/>
          </a:xfrm>
          <a:prstGeom prst="roundRect">
            <a:avLst>
              <a:gd name="adj" fmla="val 9412"/>
            </a:avLst>
          </a:prstGeom>
          <a:solidFill>
            <a:srgbClr val="16161F"/>
          </a:solidFill>
          <a:ln/>
        </p:spPr>
      </p:sp>
      <p:sp>
        <p:nvSpPr>
          <p:cNvPr id="24" name="Text 22"/>
          <p:cNvSpPr/>
          <p:nvPr/>
        </p:nvSpPr>
        <p:spPr>
          <a:xfrm>
            <a:off x="2377440" y="516636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 menggunakan sidebar di sebelah kiri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463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6161F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417320"/>
            <a:ext cx="5486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45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1,247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6161F"/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1417320"/>
            <a:ext cx="5486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645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89.5M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6161F"/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417320"/>
            <a:ext cx="54864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645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Products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098280" y="137160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6161F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72600" y="1417320"/>
            <a:ext cx="5486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1645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81160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31520" y="3383280"/>
            <a:ext cx="10698480" cy="45720"/>
          </a:xfrm>
          <a:prstGeom prst="rect">
            <a:avLst/>
          </a:prstGeom>
          <a:solidFill>
            <a:srgbClr val="16161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Metrics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41605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6161F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16052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1605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80560" y="41605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6161F"/>
          </a:solidFill>
          <a:ln/>
        </p:spPr>
      </p:sp>
      <p:sp>
        <p:nvSpPr>
          <p:cNvPr id="28" name="Shape 26"/>
          <p:cNvSpPr/>
          <p:nvPr/>
        </p:nvSpPr>
        <p:spPr>
          <a:xfrm>
            <a:off x="4480560" y="416052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41605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Selling Product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0" y="41605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6161F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416052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1605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di atas adalah contoh mockup — data real-time dari Google Sheets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Monitoring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463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16161F"/>
          </a:solidFill>
          <a:ln w="1905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2514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737360"/>
            <a:ext cx="960120" cy="96012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737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🛒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16161F"/>
          </a:solidFill>
          <a:ln w="190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371600"/>
            <a:ext cx="25146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737360"/>
            <a:ext cx="960120" cy="96012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737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🏪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6118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Tokopedia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1188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16161F"/>
          </a:solidFill>
          <a:ln w="1905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371600"/>
            <a:ext cx="251460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Shape 20"/>
          <p:cNvSpPr/>
          <p:nvPr/>
        </p:nvSpPr>
        <p:spPr>
          <a:xfrm>
            <a:off x="7086600" y="1737360"/>
            <a:ext cx="960120" cy="96012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1737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4008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0080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28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16161F"/>
          </a:solidFill>
          <a:ln w="190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98280" y="1371600"/>
            <a:ext cx="25146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7"/>
          <p:cNvSpPr/>
          <p:nvPr/>
        </p:nvSpPr>
        <p:spPr>
          <a:xfrm>
            <a:off x="9875520" y="1737360"/>
            <a:ext cx="960120" cy="96012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0" y="1737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91897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8972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18972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46634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4663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kontribusi setiap channel terhadap total penjualan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463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6161F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737360"/>
            <a:ext cx="822960" cy="82296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9456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Stok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9456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jumlah stok setiap produk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616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737360"/>
            <a:ext cx="822960" cy="82296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68096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Alerts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68096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produk dengan stok rendah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6161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" y="4114800"/>
            <a:ext cx="822960" cy="82296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9456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Terlaris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94560" y="4526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produk terlaris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6161F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4114800"/>
            <a:ext cx="822960" cy="82296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68096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680960" y="4526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dan filter produk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Fulfillment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463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16161F"/>
          </a:solidFill>
          <a:ln w="1905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45920"/>
            <a:ext cx="21945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⏳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08960" y="19202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657600" y="164592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16161F"/>
          </a:solidFill>
          <a:ln w="190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645920"/>
            <a:ext cx="21945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5760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19202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400800" y="164592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16161F"/>
          </a:solidFill>
          <a:ln w="190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645920"/>
            <a:ext cx="21945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🚚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0080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0" y="19202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9144000" y="164592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16161F"/>
          </a:solidFill>
          <a:ln w="190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1645920"/>
            <a:ext cx="21945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14400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4114800"/>
            <a:ext cx="10332720" cy="1097280"/>
          </a:xfrm>
          <a:prstGeom prst="roundRect">
            <a:avLst>
              <a:gd name="adj" fmla="val 6667"/>
            </a:avLst>
          </a:prstGeom>
          <a:solidFill>
            <a:srgbClr val="16161F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11480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160" y="411480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Navigation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berdasarkan channel (Shopee, Tokopedia, TikTok, Website) dan status order (Pending, Packed, Shipped, Delivered)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463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16161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71600"/>
            <a:ext cx="54864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527048"/>
            <a:ext cx="731520" cy="73152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5270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Persentase ketepatan pengiriman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155448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554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265176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16161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651760"/>
            <a:ext cx="54864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2807208"/>
            <a:ext cx="731520" cy="73152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807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1168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Pengiriman Terlambat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pengiriman terlambat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0" y="283464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834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paket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16161F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931920"/>
            <a:ext cx="54864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1560" y="4087368"/>
            <a:ext cx="731520" cy="73152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0873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01168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Tujuan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11680" y="4434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tujuan terbanyak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411480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1520" y="521208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16161F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5212080"/>
            <a:ext cx="54864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1560" y="5367528"/>
            <a:ext cx="731520" cy="73152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675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🚚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011680" y="5303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Ekspedisi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011680" y="5715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berdasarkan ekspedisi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539496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5394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JNE, J&amp;T, SiCepat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463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6161F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691640"/>
            <a:ext cx="822960" cy="82296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4884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Penjualan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4884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penjualan per hari dengan chart interaktif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616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1691640"/>
            <a:ext cx="822960" cy="82296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63524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Channel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63524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 per platform (Shopee, Tokopedia, dll.)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6161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" y="4069080"/>
            <a:ext cx="822960" cy="82296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4884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Terlaris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4526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produk berdasarkan volume penjualan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6161F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4069080"/>
            <a:ext cx="822960" cy="82296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💵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63524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635240" y="4526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profit margin per produk dan kategori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Mengedit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463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6161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52704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13716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Google Sheets yang sudah dipublish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6161F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57860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24231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data langsung di spreadsheet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6161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363016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34747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otomatis ter-update di dashboard (setiap 60 detik)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52628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6161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468172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452628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menambah/menghapus baris 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5486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548640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Tidak perlu restart dashboard — perubahan data langsung terlihat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011680"/>
            <a:ext cx="1219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175504" y="320040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474720"/>
            <a:ext cx="1219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BuyMe — Omnichannel Supply Chain Dashboard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572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 Guide  •  v1.0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BuyMe Dashboard — Panduan Penggunaan untuk Admin</dc:title>
  <dc:subject>PptxGenJS Presentation</dc:subject>
  <dc:creator>BuyMe Dashboard</dc:creator>
  <cp:lastModifiedBy>BuyMe Dashboard</cp:lastModifiedBy>
  <cp:revision>1</cp:revision>
  <dcterms:created xsi:type="dcterms:W3CDTF">2026-06-18T11:59:00Z</dcterms:created>
  <dcterms:modified xsi:type="dcterms:W3CDTF">2026-06-18T11:59:00Z</dcterms:modified>
</cp:coreProperties>
</file>